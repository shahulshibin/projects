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1" r:id="rId9"/>
    <p:sldId id="262" r:id="rId10"/>
    <p:sldId id="263" r:id="rId11"/>
    <p:sldId id="269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Customer Churn Prediction –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Science Project</a:t>
            </a:r>
          </a:p>
          <a:p>
            <a:r>
              <a:t>3-Month Learning Journey Outcome</a:t>
            </a:r>
          </a:p>
          <a:p>
            <a:r>
              <a:t>Tools: Python, Machine Learning,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leads to revenue loss</a:t>
            </a:r>
          </a:p>
          <a:p>
            <a:r>
              <a:t>Retention is cheaper than acquisition</a:t>
            </a:r>
          </a:p>
          <a:p>
            <a:r>
              <a:t>Need early churn prediction</a:t>
            </a:r>
          </a:p>
          <a:p>
            <a:r>
              <a:t>Goal: Classify churn vs non-churn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demographic and usage data</a:t>
            </a:r>
          </a:p>
          <a:p>
            <a:r>
              <a:t>Numerical and categorical features</a:t>
            </a:r>
          </a:p>
          <a:p>
            <a:r>
              <a:t>Target variable: Churn (0 = No, 1 = Yes)</a:t>
            </a:r>
          </a:p>
          <a:p>
            <a:r>
              <a:t>Dataset cleaned and validated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churn distribution</a:t>
            </a:r>
          </a:p>
          <a:p>
            <a:r>
              <a:t>Studied tenure vs churn</a:t>
            </a:r>
          </a:p>
          <a:p>
            <a:r>
              <a:t>Charges impact on churn</a:t>
            </a:r>
          </a:p>
          <a:p>
            <a:r>
              <a:t>Used bar charts and heatmaps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6BEC-6D9D-9320-791C-048BC8C3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6D1996-351C-4F6C-E8F1-B53EC2205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082" y="1705193"/>
            <a:ext cx="5449835" cy="431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7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4D56-D761-DAD5-97A2-08F017BB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008E4E-15F9-4E3E-19AB-6E91875C4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1383" y="1782917"/>
            <a:ext cx="5221234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4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CustomerID</a:t>
            </a:r>
          </a:p>
          <a:p>
            <a:r>
              <a:t>Handled missing values</a:t>
            </a:r>
          </a:p>
          <a:p>
            <a:r>
              <a:t>Converted data types</a:t>
            </a:r>
          </a:p>
          <a:p>
            <a:r>
              <a:t>One-hot encoded categorical variables</a:t>
            </a:r>
          </a:p>
          <a:p>
            <a:r>
              <a:t>Ensured numerical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Compared multiple models</a:t>
            </a:r>
          </a:p>
          <a:p>
            <a:r>
              <a:t>Selected Random Forest Classifier</a:t>
            </a:r>
          </a:p>
          <a:p>
            <a:r>
              <a:t>Handles non-linear relationships</a:t>
            </a:r>
          </a:p>
          <a:p>
            <a:r>
              <a:t>Reduces overfitting</a:t>
            </a:r>
          </a:p>
          <a:p>
            <a:r>
              <a:t>High accuracy and robustness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Train-test split evaluation</a:t>
            </a:r>
          </a:p>
          <a:p>
            <a:r>
              <a:t>Metrics: Accuracy, Precision, Recall, F1-score</a:t>
            </a:r>
          </a:p>
          <a:p>
            <a:r>
              <a:t>Achieved ~85% accuracy</a:t>
            </a:r>
          </a:p>
          <a:p>
            <a:r>
              <a:t>Good generalization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deployed using Flask</a:t>
            </a:r>
          </a:p>
          <a:p>
            <a:r>
              <a:t>REST API for predictions</a:t>
            </a:r>
          </a:p>
          <a:p>
            <a:r>
              <a:t>Simple web interface</a:t>
            </a:r>
          </a:p>
          <a:p>
            <a:r>
              <a:t>Real-time churn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511F6-DCB1-FD67-B558-AA0A3184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E7B01F-8332-8C9E-9235-C488A9145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259" y="1834073"/>
            <a:ext cx="5601482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0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tenure increases churn risk</a:t>
            </a:r>
          </a:p>
          <a:p>
            <a:r>
              <a:t>High charges increase churn</a:t>
            </a:r>
          </a:p>
          <a:p>
            <a:r>
              <a:t>Contract type influences churn</a:t>
            </a:r>
          </a:p>
          <a:p>
            <a:r>
              <a:t>Billing preference impacts churn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Offer discounts to high-risk customers</a:t>
            </a:r>
          </a:p>
          <a:p>
            <a:r>
              <a:t>Improve onboarding process</a:t>
            </a:r>
          </a:p>
          <a:p>
            <a:r>
              <a:t>Introduce loyalty programs</a:t>
            </a:r>
          </a:p>
          <a:p>
            <a:r>
              <a:t>Flexible pricing plans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ML predicts churn effectively</a:t>
            </a:r>
          </a:p>
          <a:p>
            <a:r>
              <a:rPr dirty="0"/>
              <a:t>Helps proactive decision-making</a:t>
            </a:r>
          </a:p>
          <a:p>
            <a:r>
              <a:rPr dirty="0"/>
              <a:t>End-to-end workflow demonstrated</a:t>
            </a:r>
          </a:p>
          <a:p>
            <a:r>
              <a:rPr dirty="0"/>
              <a:t>Industry-ready project</a:t>
            </a:r>
            <a:endParaRPr lang="en-US" dirty="0"/>
          </a:p>
          <a:p>
            <a:r>
              <a:rPr lang="en-IN" dirty="0"/>
              <a:t>https://github.com/Shahulshibin/projects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223</Words>
  <Application>Microsoft Office PowerPoint</Application>
  <PresentationFormat>On-screen Show (4:3)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Customer Churn Prediction – Capstone Project</vt:lpstr>
      <vt:lpstr>Problem Statement</vt:lpstr>
      <vt:lpstr>Dataset Overview</vt:lpstr>
      <vt:lpstr>Exploratory Data Analysis (EDA)</vt:lpstr>
      <vt:lpstr>PowerPoint Presentation</vt:lpstr>
      <vt:lpstr>PowerPoint Presentation</vt:lpstr>
      <vt:lpstr>Data Preprocessing</vt:lpstr>
      <vt:lpstr>Model Selection</vt:lpstr>
      <vt:lpstr>Model Performance</vt:lpstr>
      <vt:lpstr>Deployment</vt:lpstr>
      <vt:lpstr>PowerPoint Presentation</vt:lpstr>
      <vt:lpstr>Business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shahu shibin TP</cp:lastModifiedBy>
  <cp:revision>2</cp:revision>
  <dcterms:created xsi:type="dcterms:W3CDTF">2013-01-27T09:14:16Z</dcterms:created>
  <dcterms:modified xsi:type="dcterms:W3CDTF">2026-01-31T13:26:12Z</dcterms:modified>
  <cp:category/>
</cp:coreProperties>
</file>